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48.0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0.48（いずれも最良値）。RECAP と STEAM は学習の途中段階で、差は評価の標準誤差（±0.07）の範囲内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エピソード。標準誤差は約 ±0.07 なので、0.05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+8.0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checkpoint（step 2,000 前後）の最良値（advantage プロンプトなしの評価を含む。プロンプトありは、RECAP 0.48、STEAM 0.42）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は誤差の範囲内で、途中段階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0.48〜0.50。差は誤差の範囲内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STEAM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0.48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0" name="result RECAP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