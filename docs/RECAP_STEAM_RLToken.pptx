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評価者（critic）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評価者（critic）</a:t>
            </a:r>
          </a:p>
        </p:txBody>
      </p:sp>
      <p:sp>
        <p:nvSpPr>
          <p:cNvPr id="24" name="def 評価者（critic）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 critic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は、評価者（critic）で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2.4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56692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914400" y="1554480"/>
            <a:ext cx="2423160" cy="4114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14400" y="2011680"/>
            <a:ext cx="2423160" cy="242316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914400" y="4507992"/>
            <a:ext cx="2423160" cy="7315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66944"/>
            <a:ext cx="2788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"/>
          <p:cNvSpPr/>
          <p:nvPr/>
        </p:nvSpPr>
        <p:spPr>
          <a:xfrm>
            <a:off x="4663440" y="1554480"/>
            <a:ext cx="2423160" cy="4114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pic>
        <p:nvPicPr>
          <p:cNvPr id="10" name="video RECAP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663440" y="2011680"/>
            <a:ext cx="2423160" cy="2423160"/>
          </a:xfrm>
          <a:prstGeom prst="rect">
            <a:avLst/>
          </a:prstGeom>
        </p:spPr>
      </p:pic>
      <p:sp>
        <p:nvSpPr>
          <p:cNvPr id="11" name="result RECAP"/>
          <p:cNvSpPr/>
          <p:nvPr/>
        </p:nvSpPr>
        <p:spPr>
          <a:xfrm>
            <a:off x="4663440" y="4507992"/>
            <a:ext cx="242316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5266944"/>
            <a:ext cx="2788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412480" y="1554480"/>
            <a:ext cx="2423160" cy="4114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412480" y="2011680"/>
            <a:ext cx="2423160" cy="242316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412480" y="4507992"/>
            <a:ext cx="242316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5266944"/>
            <a:ext cx="2788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 512 × 512 に拡大。クリックで再生（約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56692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743200" y="1554480"/>
            <a:ext cx="2423160" cy="4114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743200" y="2011680"/>
            <a:ext cx="2423160" cy="242316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743200" y="4507992"/>
            <a:ext cx="2423160" cy="7315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5266944"/>
            <a:ext cx="2788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"/>
          <p:cNvSpPr/>
          <p:nvPr/>
        </p:nvSpPr>
        <p:spPr>
          <a:xfrm>
            <a:off x="7040880" y="1554480"/>
            <a:ext cx="2423160" cy="4114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pic>
        <p:nvPicPr>
          <p:cNvPr id="10" name="video STEAM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040880" y="2011680"/>
            <a:ext cx="2423160" cy="2423160"/>
          </a:xfrm>
          <a:prstGeom prst="rect">
            <a:avLst/>
          </a:prstGeom>
        </p:spPr>
      </p:pic>
      <p:sp>
        <p:nvSpPr>
          <p:cNvPr id="11" name="result STEAM"/>
          <p:cNvSpPr/>
          <p:nvPr/>
        </p:nvSpPr>
        <p:spPr>
          <a:xfrm>
            <a:off x="7040880" y="4507992"/>
            <a:ext cx="242316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5266944"/>
            <a:ext cx="2788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 512 × 512 に拡大。クリックで再生（約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15.5 万フレーム/データセット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2.4 時間/データセット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batch（RL Token の Stage 2 は micro 128）。RL Token の 1 エポック = 3 環境のロールアウトと更新。RECAP の advantage は、merged（175.8 万フレーム）のうち 62.3 万サンプル分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25 時間（advantage 計算を除く）、RL Token 約 14 時間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377440"/>
                <a:gridCol w="2468880"/>
                <a:gridCol w="2560320"/>
                <a:gridCol w="256032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