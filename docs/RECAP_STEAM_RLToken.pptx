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step（プロンプトなし）（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0.40）。札付き SFT（プロンプトあり）は 0.42、両側タグは 0.36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0.05。1・2 つ目の把持の actor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エポック（約 8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、2 つ目専用は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エポック（5.4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。GPU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6,000 step、約 25 分。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は、約 5 MB と軽量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