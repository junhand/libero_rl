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advantage の札（"Advantage: positive"）を付けた SFT と、advantage 計算の安定化（中断からの再開、デコードエラーの再試行）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での把持の判定・報酬・2 つの局面の扱い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 Critic 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