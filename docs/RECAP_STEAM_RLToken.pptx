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と評価（Step9）。RECAP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は、ログに名前が残っているものだけを記載。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主に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。RECAP の価値モデルと Step4 は RTX 6000 Ada（48GB）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状況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Step4 は途中段階（2,000 step 前後。計画は 30,000 step）。step 2,000 の評価は 0.44〜0.50（環境数・乱数・プロンプトで変動）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2.4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step（プロンプトなし）（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Step9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0.40）。札付き SFT（プロンプトあり）は 0.42、両側タグは 0.36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を、空振り（何も挟まずに閉じる）への罰 −0.2 つきで学習（1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エポック、5.4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Step9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0.68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（最良。VLA のみ 0.46、1 つ目だけ RL 0.62、2 局面 0.66）。2 つ目を VLA に任せると 0.60。actor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の最良値。どちらも advantage プロンプトなしの評価（STEAM は、正例のみで学習した step 1,450）。プロンプトありは、RECAP 0.48、STEAM 0.42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48840"/>
                <a:gridCol w="2606040"/>
                <a:gridCol w="731520"/>
                <a:gridCol w="2468880"/>
                <a:gridCol w="21945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15.5 万フレーム/データセット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2.4 時間/データセット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エポック（更新 約 7.2 万回）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5.4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batch。RL Token の 1 エポック = 3 環境のロールアウトと更新。RECAP の advantage は、merged（175.8 万フレーム）のうち 62.3 万サンプル分。「記録なし」は、ログに GPU 名がない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25 時間（advantage 計算を除く）、RL Token 約 14 時間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