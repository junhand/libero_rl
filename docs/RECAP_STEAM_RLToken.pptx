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同じ初期状態 14 での比較。ベースと RL Token の動画は wandb: https://wandb.ai/junhand/libero_RL/runs/w3vkksd0（run 名 demo-init14-base-fail-vs-rlt-success）。RL Token の動画は H（1 つ目は G の actor、2 つ目は専用 actor）。RECAP と STEAM は準備中。RECAP と STEAM の評価では、指示文の後に改行して Advantage: positive の札を付ける。【発表者向け】RECAP の 0.50 と STEAM の 0.52 は、advantage プロンプトなしで評価した最良値（プロンプトありは RECAP 0.48、STEAM 0.42）。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の評価では、指示文の後に改行して、札 "Advantage: positive" を付ける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5486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54864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3474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sp>
        <p:nvSpPr>
          <p:cNvPr id="10" name="placeholder RECAP（札: positive）"/>
          <p:cNvSpPr/>
          <p:nvPr/>
        </p:nvSpPr>
        <p:spPr>
          <a:xfrm>
            <a:off x="347472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1" name="result RECAP（札: positive）"/>
          <p:cNvSpPr/>
          <p:nvPr/>
        </p:nvSpPr>
        <p:spPr>
          <a:xfrm>
            <a:off x="347472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STEAM（札: positive）"/>
          <p:cNvSpPr/>
          <p:nvPr/>
        </p:nvSpPr>
        <p:spPr>
          <a:xfrm>
            <a:off x="6400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sp>
        <p:nvSpPr>
          <p:cNvPr id="14" name="placeholder STEAM（札: positive）"/>
          <p:cNvSpPr/>
          <p:nvPr/>
        </p:nvSpPr>
        <p:spPr>
          <a:xfrm>
            <a:off x="6400800" y="2212848"/>
            <a:ext cx="2286000" cy="228600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動画</a:t>
            </a:r>
          </a:p>
          <a:p>
            <a:pPr algn="ctr"/>
            <a:r>
              <a:rPr sz="22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準備中</a:t>
            </a:r>
          </a:p>
        </p:txBody>
      </p:sp>
      <p:sp>
        <p:nvSpPr>
          <p:cNvPr id="15" name="result STEAM（札: positive）"/>
          <p:cNvSpPr/>
          <p:nvPr/>
        </p:nvSpPr>
        <p:spPr>
          <a:xfrm>
            <a:off x="640080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準備中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指示文 + 札 "Advantage: positive"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7" name="label RL Token（最良）"/>
          <p:cNvSpPr/>
          <p:nvPr/>
        </p:nvSpPr>
        <p:spPr>
          <a:xfrm>
            <a:off x="93268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8" name="video RL Token（最良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9326880" y="2212848"/>
            <a:ext cx="2286000" cy="2286000"/>
          </a:xfrm>
          <a:prstGeom prst="rect">
            <a:avLst/>
          </a:prstGeom>
        </p:spPr>
      </p:pic>
      <p:sp>
        <p:nvSpPr>
          <p:cNvPr id="19" name="result RL Token（最良）"/>
          <p:cNvSpPr/>
          <p:nvPr/>
        </p:nvSpPr>
        <p:spPr>
          <a:xfrm>
            <a:off x="9326880" y="4553712"/>
            <a:ext cx="2286000" cy="658368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23036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13832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環境の左側を 512 × 512 に拡大。クリックで再生（約 52 秒）。success_once は 50 エピソードの値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環境のロールアウトと更新。RECAP の advantage は、merged（175.8 万フレーム）のうち 62.3 万サンプル分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