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次の作業: Step4 の本学習、critic の精度、評価の統計的な信頼性。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05156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smolVLA × LIBERO-10 Task 0 での実験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RLinf / libero_RL プロジェクト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2.4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は学習データ上では改善したが、未知のロールアウトでの精度は低い（今後の課題）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15.5 万フレーム/データセット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2.4 時間/データセット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環境のロールアウトと更新。RECAP の advantage は、merged（175.8 万フレーム）のうち 62.3 万サンプル分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25 時間（advantage 計算を除く）、RL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377440"/>
                <a:gridCol w="2468880"/>
                <a:gridCol w="2560320"/>
                <a:gridCol w="256032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今回の経験での課題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勾配不要。flow matching VLA に使える。異種データを使える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価値の信号がデータの作り方に依存。SFT が重い（30,000 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報酬ラベル不要。保守的なアンサンブルで過大評価を抑える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未知データでの critic の精度が低い。advantage の計算に約 2.5 時間/15.5 万フレーム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局面の設計（ゲート）が必要。シミュレータ（実機）が必要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まとめと今後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future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を、本学習（30,000 step）まで進める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のアンサンブルを増やし、未知データでの精度を上げる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評価を 100 エピソード以上にして、標準誤差を縮める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を、LIBERO-10 の他のタスクに広げる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は、学習を進めて、同じ条件で再評価する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