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、1 GPU（RTX A5000））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A5000（24GB）× 1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環境のロールアウトと更新。advantage の計算は、RECAP・STEAM とも、merged（175.8 万フレーム）のうち 62.3 万サンプル分。STEAM の時間は、1 GPU で処理した場合の合計（実際は 2 台で分担）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194560"/>
                <a:gridCol w="2377440"/>
                <a:gridCol w="384048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