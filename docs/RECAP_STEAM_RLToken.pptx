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74.0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 Critic（advantage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と評価（Step5）。名称は私たちのパイプラインの番号。【発表者向け】0.50 は、advantage プロンプトなしで評価した最良値。プロンプトあり（Advantage: positive）では 0.48。Step4 は途中段階（2,000 step）。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 の実装スライドと同じ形式。Step 名は私たちのパイプラインの番号。【発表者向け】0.52 は、最初の 1,000 step は札付き SFT、続く 450 step は positive のフレームだけで学習したモデルを、advantage プロンプトなしで評価した値。札付き SFT（プロンプトあり）の評価は 0.42、両側タグ（negative にも札を付ける）は 0.36。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と評価（Step5）。RECAP・STEAM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エピソード）。【発表者向け】RECAP 0.50 と STEAM 0.52 は、advantage プロンプトなしで評価した最良値。プロンプトあり（Advantage: positive）では RECAP 0.48、STEAM 0.42。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14 での比較。ベースと RL Token の動画は wandb: https://wandb.ai/junhand/libero_RL/runs/w3vkksd0（run 名 demo-init14-base-fail-vs-rlt-success）。RECAP の動画は wandb: https://wandb.ai/junhand/libero_RL/runs/30cagwmg（run 名 recap-noprompt-vs-base-init14）。RL Token の動画は H（1 つ目は G の actor、2 つ目は専用 actor）。RECAP の動画は global_step_2000（advantage プロンプトなしで評価、success_once 0.50）。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8 での比較（STEAM）。wandb: https://wandb.ai/junhand/libero_RL/runs/kydvjtsn（run 名 demo-init8-base-fail-vs-steamP-success）。STEAM の動画は実験 P（positive のフレームだけで学習、advantage プロンプトなしで評価、success_once 0.52）。画面の reward / termination の文字は、評価の画面表示。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は、RECAP が RTX 6000 Ada、それ以外が RTX A5000。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残された課題: Step4 の学習量、critic の精度。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6.png"/><Relationship Id="rId9" Type="http://schemas.microsoft.com/office/2007/relationships/media" Target="../media/media3.mp4"/><Relationship Id="rId10" Type="http://schemas.openxmlformats.org/officeDocument/2006/relationships/video" Target="../media/media3.mp4"/><Relationship Id="rId11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8.png"/><Relationship Id="rId6" Type="http://schemas.microsoft.com/office/2007/relationships/media" Target="../media/media5.mp4"/><Relationship Id="rId7" Type="http://schemas.openxmlformats.org/officeDocument/2006/relationships/video" Target="../media/media5.mp4"/><Relationship Id="rId8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188720"/>
            <a:ext cx="7863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2026/10/04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Jun Kawagoshi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0.74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から「良い」の札を作って方策を学習し、Critic（advantage の作り方）だけが違う。RL Token は、オンライン RL で行動を洗練する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0584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8138160" y="98755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773936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8138160" y="1755648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542032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8138160" y="2523744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310128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8138160" y="3291840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078224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8138160" y="4059936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term Critic"/>
          <p:cNvSpPr/>
          <p:nvPr/>
        </p:nvSpPr>
        <p:spPr>
          <a:xfrm>
            <a:off x="6309360" y="484632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</p:txBody>
      </p:sp>
      <p:sp>
        <p:nvSpPr>
          <p:cNvPr id="24" name="def Critic"/>
          <p:cNvSpPr txBox="1"/>
          <p:nvPr/>
        </p:nvSpPr>
        <p:spPr>
          <a:xfrm>
            <a:off x="8138160" y="482803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状態や行動の良さを、数値で答えるモデル。RECAP は価値関数 V、STEAM は時間差を当てるモデル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は、結果から良い行動を増やす学習。RECAP・STEAM は、Critic で advantage 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手法の位置づけ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と STEAM は Critic だけが違う。RL Token は、行動を洗練する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 は価値関数。成功への近さ V から advantage を作り、「良い」の札を付けて方策を学習する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 は、時間オフセットを当てるモデルのアンサンブル。advantage を作り、同じ札付きの学習で方策を学習する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 Critic 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41.0%）。成功した時点で打ち切る設定で収集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6000 Ada（48GB）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、それ以外は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なら「良い」。この札（metadata）を、VLA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画像・指示文・札から、行動を出す。離散化した行動と、action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価値関数が作った「良い/悪い」の札を、VLA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0.50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0.40）。Step4 は途中段階（2,000 step 前後、計画は 30,000 step）で、評価は 0.44〜0.50 の範囲で変動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の計算 → 価値モデルの学習 → advantage の計算 → 札付き SFT → 評価、の順に進める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A_STEAM を付け、CFGRL（札付き学習）で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フレームペアの作成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方策の学習（SFT）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4）と、成功ロールアウトから、k = 32 ステップ先とのフレームペアを作る。逆再生のペアは、負の時間差。時間差は軌跡長で正規化し、32 ビンに分ける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critic（SigLIP so400m + Gemma3-270M）が、時間差の 32 ビンの分布を予測（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step、バッチ 64、8.3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 accuracy は 0.277 → 0.353。未知のロールアウト（step 600）では 0.106 と低い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ペアの予想から advantage を作る（アンサンブルのメンバーは 1 個）。ロールアウトの上位 30%、デモの上位 80% を positive（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万サンプル、約 9.8 時間、17.7 サンプル/秒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札付き SFT で 1,000 step、続けて positive のフレームだけで 450 step（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合計 1,450 step、16.5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は学習データ上では改善したが、未知のロールアウトでの精度は低い（課題）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特徴量の抽出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actor-critic の学習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つ目専用の actor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に、デモとロールアウトの動画フレームを通し、画像トークン（128 × 960）を保存（把持の前後を中心に抽出。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17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encoder-decoder が、保存した特徴から RL token を作る（再構成損失で学習。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6,000 step、バッチ 64、約 25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A5000）。再構成の val MSE は 0.073（平均を出す基準は 0.269）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1・2 つ目の把持の actor-critic を、オンライン RL で学習（3 環境、更新/データ比 5、探索ノイズ σ = 0.05。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エポック、バッチ 512、約 8.2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残る失敗は 2 つ目の把持が最大 → 2 つ目専用の actor を、初期値なしで学習（1 つ目は Step3 の actor を固定。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エポック、バッチ 512、約 5.5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A5000）。空振りへの罰 −0.2 を加えると 0.68 で、効果は確認できなかった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0.74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（最良。3 つの評価シードの平均は 0.71）。VLA のみ 0.46、1 つ目だけ RL 0.62、2 つ目を VLA に任せる 0.68。actor の重みは約 5 MB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0.74 に向上した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74.0%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+34.0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の最良値。評価条件の詳細は、口頭で補足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74%）。RECAP・STEAM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14）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118872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8872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118872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 つ目は運ぶが、2 つ目をカゴに入れられない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RECAP（札: positive）"/>
          <p:cNvSpPr/>
          <p:nvPr/>
        </p:nvSpPr>
        <p:spPr>
          <a:xfrm>
            <a:off x="493776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RECAP（札: positive）</a:t>
            </a:r>
          </a:p>
        </p:txBody>
      </p:sp>
      <p:pic>
        <p:nvPicPr>
          <p:cNvPr id="10" name="video RECAP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4937760" y="2212848"/>
            <a:ext cx="2286000" cy="2286000"/>
          </a:xfrm>
          <a:prstGeom prst="rect">
            <a:avLst/>
          </a:prstGeom>
        </p:spPr>
      </p:pic>
      <p:sp>
        <p:nvSpPr>
          <p:cNvPr id="11" name="result RECAP（札: positive）"/>
          <p:cNvSpPr/>
          <p:nvPr/>
        </p:nvSpPr>
        <p:spPr>
          <a:xfrm>
            <a:off x="493776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0.50</a:t>
            </a:r>
          </a:p>
        </p:txBody>
      </p:sp>
      <p:sp>
        <p:nvSpPr>
          <p:cNvPr id="13" name="label RL Token（最良）"/>
          <p:cNvSpPr/>
          <p:nvPr/>
        </p:nvSpPr>
        <p:spPr>
          <a:xfrm>
            <a:off x="868680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Token（最良）</a:t>
            </a:r>
          </a:p>
        </p:txBody>
      </p:sp>
      <p:pic>
        <p:nvPicPr>
          <p:cNvPr id="14" name="video RL Token（最良）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686800" y="2212848"/>
            <a:ext cx="2286000" cy="2286000"/>
          </a:xfrm>
          <a:prstGeom prst="rect">
            <a:avLst/>
          </a:prstGeom>
        </p:spPr>
      </p:pic>
      <p:sp>
        <p:nvSpPr>
          <p:cNvPr id="15" name="result RL Token（最良）"/>
          <p:cNvSpPr/>
          <p:nvPr/>
        </p:nvSpPr>
        <p:spPr>
          <a:xfrm>
            <a:off x="868680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クリックで再生（約 52 秒）。success_once は 50 エピソードの値。3 つとも同じ初期状態 14</a:t>
            </a:r>
          </a:p>
        </p:txBody>
      </p:sp>
      <p:sp>
        <p:nvSpPr>
          <p:cNvPr id="18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同じ初期状態で、ベースは 2 つ目をカゴに入れられず失敗し、RECAP と RL Token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8）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292608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92608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292608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缶がカゴの外のテーブルに残る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STEAM（札: positive）"/>
          <p:cNvSpPr/>
          <p:nvPr/>
        </p:nvSpPr>
        <p:spPr>
          <a:xfrm>
            <a:off x="694944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STEAM（札: positive）</a:t>
            </a:r>
          </a:p>
        </p:txBody>
      </p:sp>
      <p:pic>
        <p:nvPicPr>
          <p:cNvPr id="10" name="video STEAM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949440" y="2212848"/>
            <a:ext cx="2286000" cy="2286000"/>
          </a:xfrm>
          <a:prstGeom prst="rect">
            <a:avLst/>
          </a:prstGeom>
        </p:spPr>
      </p:pic>
      <p:sp>
        <p:nvSpPr>
          <p:cNvPr id="11" name="result STEAM（札: positive）"/>
          <p:cNvSpPr/>
          <p:nvPr/>
        </p:nvSpPr>
        <p:spPr>
          <a:xfrm>
            <a:off x="694944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缶がカゴの中に入る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59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クリックで再生（約 52 秒）。success_once は 50 エピソードの値。初期状態 8（前のページの初期状態 14 とは別）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 8 で、ベースは失敗し、STEAM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103120"/>
                <a:gridCol w="2377440"/>
                <a:gridCol w="731520"/>
                <a:gridCol w="29260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9.8 時間（17.7 サンプル/秒）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5.5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35 時間、RL Token 約 14 時間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05840"/>
                <a:gridCol w="1828800"/>
                <a:gridCol w="1828800"/>
                <a:gridCol w="2011680"/>
                <a:gridCol w="2834640"/>
                <a:gridCol w="155448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学習データ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価値関数（return を予測）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ロールアウト（成功・失敗）、人のデモ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方策勾配が不要で、flow matching の VLA に使える。デモ・ロールアウト・人の介入を、同じ枠組みで使える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時間オフセット予測器のアンサンブル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人のデモ（自己教師あり）、成功ロールアウト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報酬や手作りのラベルが不要で、デモから advantage を学べる。アンサンブルの最小値で、過大評価を抑える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Q 関数（行動の価値を予測）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オンラインで集めるロールアウト（環境と報酬）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軽量（actor は約 5 MB）で、約 5 時間で学習。success_once 0.46 → 0.74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報酬設計が必要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は、Critic（と学習データ）が違う。RL Token は、行動を直す。目的は補完的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まとめと課題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 Critic 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0.74）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</p:txBody>
      </p:sp>
      <p:sp>
        <p:nvSpPr>
          <p:cNvPr id="6" name="issues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課題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は途中段階（計画の 30,000 step に対し、2,000 step 前後）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は、未知のロールアウトでの精度が低く、アンサンブルも 1 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0.74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Token（0.74）。RECAP・STEAM は途中段階で、学習量が課題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