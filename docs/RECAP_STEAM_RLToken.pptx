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万フレーム、合計 約 9.8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A5000。2 台で分担）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万フレーム（推論）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時間（2 台で分担）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環境のロールアウトと更新。advantage の計算は、RECAP・STEAM とも、merged（175.8 万フレーム）のうち 62.3 万フレーム分（STEAM は GPU 時間の合計）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194560"/>
                <a:gridCol w="2377440"/>
                <a:gridCol w="384048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