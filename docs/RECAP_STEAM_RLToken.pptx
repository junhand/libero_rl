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同じ初期状態 14 での比較。ベースと RL Token の動画は wandb: https://wandb.ai/junhand/libero_RL/runs/w3vkksd0（run 名 demo-init14-base-fail-vs-rlt-success）。RECAP と STEAM は準備中。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step（プロンプトなし）（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0.40）。札付き SFT（プロンプトあり）は 0.42、両側タグは 0.36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を、空振り（何も挟まずに閉じる）への罰 −0.2 つきで学習（1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エポック、5.4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Step9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0.68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（最良。VLA のみ 0.46、1 つ目だけ RL 0.62、2 局面 0.66）。2 つ目を VLA に任せると 0.60。actor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label ベース（smolVLA）"/>
          <p:cNvSpPr/>
          <p:nvPr/>
        </p:nvSpPr>
        <p:spPr>
          <a:xfrm>
            <a:off x="548640" y="96012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5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508760"/>
            <a:ext cx="2697480" cy="2697480"/>
          </a:xfrm>
          <a:prstGeom prst="rect">
            <a:avLst/>
          </a:prstGeom>
        </p:spPr>
      </p:pic>
      <p:sp>
        <p:nvSpPr>
          <p:cNvPr id="6" name="result ベース（smolVLA）"/>
          <p:cNvSpPr/>
          <p:nvPr/>
        </p:nvSpPr>
        <p:spPr>
          <a:xfrm>
            <a:off x="548640" y="429768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2697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8" name="label RECAP"/>
          <p:cNvSpPr/>
          <p:nvPr/>
        </p:nvSpPr>
        <p:spPr>
          <a:xfrm>
            <a:off x="3337560" y="96012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9" name="placeholder RECAP"/>
          <p:cNvSpPr/>
          <p:nvPr/>
        </p:nvSpPr>
        <p:spPr>
          <a:xfrm>
            <a:off x="3337560" y="1508760"/>
            <a:ext cx="2697480" cy="26974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0" name="result RECAP"/>
          <p:cNvSpPr/>
          <p:nvPr/>
        </p:nvSpPr>
        <p:spPr>
          <a:xfrm>
            <a:off x="3337560" y="429768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動画は準備中です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5257800"/>
            <a:ext cx="2697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2" name="label STEAM"/>
          <p:cNvSpPr/>
          <p:nvPr/>
        </p:nvSpPr>
        <p:spPr>
          <a:xfrm>
            <a:off x="6126479" y="96012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3" name="placeholder STEAM"/>
          <p:cNvSpPr/>
          <p:nvPr/>
        </p:nvSpPr>
        <p:spPr>
          <a:xfrm>
            <a:off x="6126479" y="1508760"/>
            <a:ext cx="2697480" cy="269748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4" name="result STEAM"/>
          <p:cNvSpPr/>
          <p:nvPr/>
        </p:nvSpPr>
        <p:spPr>
          <a:xfrm>
            <a:off x="6126479" y="429768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動画は準備中です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9" y="5257800"/>
            <a:ext cx="2697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6" name="label RL Token（最良）"/>
          <p:cNvSpPr/>
          <p:nvPr/>
        </p:nvSpPr>
        <p:spPr>
          <a:xfrm>
            <a:off x="8915399" y="96012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7" name="video RL Token（最良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915399" y="1508760"/>
            <a:ext cx="2697480" cy="2697480"/>
          </a:xfrm>
          <a:prstGeom prst="rect">
            <a:avLst/>
          </a:prstGeom>
        </p:spPr>
      </p:pic>
      <p:sp>
        <p:nvSpPr>
          <p:cNvPr id="18" name="result RL Token（最良）"/>
          <p:cNvSpPr/>
          <p:nvPr/>
        </p:nvSpPr>
        <p:spPr>
          <a:xfrm>
            <a:off x="8915399" y="429768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399" y="5257800"/>
            <a:ext cx="26974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環境のうち左側を切り出し、512 × 512 に拡大。クリックで再生（約 52 秒、520 ステップ）。success_once は 50 エピソードの値</a:t>
            </a:r>
          </a:p>
        </p:txBody>
      </p:sp>
      <p:sp>
        <p:nvSpPr>
          <p:cNvPr id="21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