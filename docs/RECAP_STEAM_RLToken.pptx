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 の学習中の精度（学習データ上）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31750">
              <a:solidFill>
                <a:srgbClr val="6B8BB3"/>
              </a:solidFill>
            </a:ln>
          </c:spPr>
          <c:marker>
            <c:spPr>
              <a:solidFill>
                <a:srgbClr val="6B8BB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0.277</c:v>
                </c:pt>
                <c:pt idx="1">
                  <c:v>0.295</c:v>
                </c:pt>
                <c:pt idx="2">
                  <c:v>0.295</c:v>
                </c:pt>
                <c:pt idx="3">
                  <c:v>0.297</c:v>
                </c:pt>
                <c:pt idx="4">
                  <c:v>0.316</c:v>
                </c:pt>
                <c:pt idx="5">
                  <c:v>0.333</c:v>
                </c:pt>
                <c:pt idx="6">
                  <c:v>0.348</c:v>
                </c:pt>
                <c:pt idx="7">
                  <c:v>0.345</c:v>
                </c:pt>
                <c:pt idx="8">
                  <c:v>0.353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accuracy（隣接ビンを含む）</c:v>
                </c:pt>
              </c:strCache>
            </c:strRef>
          </c:tx>
          <c:spPr>
            <a:ln w="3175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0.375</c:v>
                </c:pt>
                <c:pt idx="1">
                  <c:v>0.405</c:v>
                </c:pt>
                <c:pt idx="2">
                  <c:v>0.416</c:v>
                </c:pt>
                <c:pt idx="3">
                  <c:v>0.432</c:v>
                </c:pt>
                <c:pt idx="4">
                  <c:v>0.471</c:v>
                </c:pt>
                <c:pt idx="5">
                  <c:v>0.504</c:v>
                </c:pt>
                <c:pt idx="6">
                  <c:v>0.531</c:v>
                </c:pt>
                <c:pt idx="7">
                  <c:v>0.539</c:v>
                </c:pt>
                <c:pt idx="8">
                  <c:v>0.569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65"/>
          <c:min val="0.2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1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グラフは学習中の指標（学習データ上）。検証データの値は左の箇条書き。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は、ログに名前が残っているものだけを記載。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5156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7955279" y="1033271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956815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7955279" y="1938527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86207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7955279" y="2843784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767327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7955279" y="3749039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672583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7955279" y="4654296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は「やってみて、結果の良し悪しから、良い行動を増やす」学習。RECAP・STEAM は advantage を使う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主に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。RECAP の価値モデルと Step4 は RTX 6000 Ada（48GB）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SigLIP so400m + Gemma3-270M。k = 32 ステップ先との時間オフセットを、32 ビンの分布で予測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4）と、成功ロールアウト。2,000 step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ロールアウトは上位 30%、デモは上位 80% を positive（アンサンブルのメンバー数は 1）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学習データ上の精度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（step 500 → 2,000）</a:t>
            </a:r>
          </a:p>
          <a:p>
            <a:pPr algn="l" marL="585216" indent="-256032">
              <a:spcAft>
                <a:spcPts val="4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accuracy 0.277 → 0.353</a:t>
            </a:r>
          </a:p>
          <a:p>
            <a:pPr algn="l" marL="585216" indent="-256032">
              <a:spcAft>
                <a:spcPts val="4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隣接ビンを含む accuracy 0.375 → 0.569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未知のロールアウト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（eval 64 本、step 600）: accuracy 0.106、隣接 0.189。失敗エピソードを含むため、学習時より低い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 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0.52（正例のみで学習、step 1,450、プロンプトなし）。プロンプトありは 0.42、両側タグは 0.36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学習コスト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（RTX A5000 24GB）: critic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step（バッチ 64）、8.3 時間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。Step4 は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1,450 step、16.5 時間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005840"/>
          <a:ext cx="548640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0.05。1・2 つ目の把持の actor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エポック（約 8 時間）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、2 つ目専用は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エポック（5.4 時間）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。GPU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6,000 step、約 25 分。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は、約 5 MB と軽量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48840"/>
                <a:gridCol w="2606040"/>
                <a:gridCol w="731520"/>
                <a:gridCol w="246888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万サンプル分。「記録なし」は、ログに GPU 名がない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