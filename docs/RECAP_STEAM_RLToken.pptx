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194560"/>
                <a:gridCol w="2377440"/>
                <a:gridCol w="384048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