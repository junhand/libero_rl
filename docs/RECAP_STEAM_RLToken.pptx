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評価者（critic）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評価者（critic）</a:t>
            </a:r>
          </a:p>
        </p:txBody>
      </p:sp>
      <p:sp>
        <p:nvSpPr>
          <p:cNvPr id="24" name="def 評価者（critic）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 critic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は、評価者（critic）で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2.4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pic>
        <p:nvPicPr>
          <p:cNvPr id="10" name="video RECAP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札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環境のうち左側を 512 × 512 に拡大。クリックで再生（約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札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pic>
        <p:nvPicPr>
          <p:cNvPr id="10" name="video STEAM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札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環境のうち左側を 512 × 512 に拡大。クリックで再生（約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03120"/>
                <a:gridCol w="2377440"/>
                <a:gridCol w="731520"/>
                <a:gridCol w="29260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15.5 万フレーム/データセット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2.4 時間/データセット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batch（RL Token の Stage 2 は micro 128）。RL Token の 1 エポック = 3 環境のロールアウトと更新。RECAP の advantage は、merged（175.8 万フレーム）のうち 62.3 万サンプル分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25 時間（advantage 計算を除く）、RL Token 約 14 時間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377440"/>
                <a:gridCol w="2468880"/>
                <a:gridCol w="2560320"/>
                <a:gridCol w="256032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は評価者だけが違い、RL Token は行動を直す。目的は補完的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