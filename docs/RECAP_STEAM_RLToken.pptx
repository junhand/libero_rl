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1 回の成功エピソードでの、価値 V の変化（イメージ）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価値 V（成功に近いほど 0）</c:v>
                </c:pt>
              </c:strCache>
            </c:strRef>
          </c:tx>
          <c:spPr>
            <a:ln w="3810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-0.9</c:v>
                </c:pt>
                <c:pt idx="1">
                  <c:v>-0.8</c:v>
                </c:pt>
                <c:pt idx="2">
                  <c:v>-0.7</c:v>
                </c:pt>
                <c:pt idx="3">
                  <c:v>-0.6</c:v>
                </c:pt>
                <c:pt idx="4">
                  <c:v>-0.65</c:v>
                </c:pt>
                <c:pt idx="5">
                  <c:v>-0.75</c:v>
                </c:pt>
                <c:pt idx="6">
                  <c:v>-0.6</c:v>
                </c:pt>
                <c:pt idx="7">
                  <c:v>-0.4</c:v>
                </c:pt>
                <c:pt idx="8">
                  <c:v>-0.2</c:v>
                </c:pt>
                <c:pt idx="9">
                  <c:v>-0.1</c:v>
                </c:pt>
                <c:pt idx="1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1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25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数値は説明用の模式図で、実験の値ではない。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の価値モデルが RTX 6000 Ada（48GB）、STEAM の critic と RL Token の追加実験が RTX A5000（24GB）。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5156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7955279" y="1033271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956815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7955279" y="1938527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862072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7955279" y="2843784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767327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7955279" y="3749039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672583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7955279" y="4654296"/>
            <a:ext cx="3749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は「やってみて、結果の良し悪しから、良い行動を増やす」学習。RECAP・STEAM は advantage を使う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価値と advantage のイメージ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005840"/>
          <a:ext cx="658368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46320"/>
            <a:ext cx="6583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ステップ（時間）。途中の 4→5 で物を落とし、価値が下がっている</a:t>
            </a:r>
          </a:p>
        </p:txBody>
      </p:sp>
      <p:sp>
        <p:nvSpPr>
          <p:cNvPr id="6" name="value"/>
          <p:cNvSpPr/>
          <p:nvPr/>
        </p:nvSpPr>
        <p:spPr>
          <a:xfrm>
            <a:off x="7498079" y="10515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 V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「成功まであとどれくらいか」を数値で予想したもの。0 に近いほど成功に近い</a:t>
            </a:r>
          </a:p>
        </p:txBody>
      </p:sp>
      <p:sp>
        <p:nvSpPr>
          <p:cNvPr id="7" name="advantage"/>
          <p:cNvSpPr/>
          <p:nvPr/>
        </p:nvSpPr>
        <p:spPr>
          <a:xfrm>
            <a:off x="7498079" y="24231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 A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行動の前後で V がどう変わったか。上がれば A &gt; 0（良い行動）、下がれば A &lt; 0（悪い行動）</a:t>
            </a:r>
          </a:p>
        </p:txBody>
      </p:sp>
      <p:sp>
        <p:nvSpPr>
          <p:cNvPr id="8" name="use"/>
          <p:cNvSpPr/>
          <p:nvPr/>
        </p:nvSpPr>
        <p:spPr>
          <a:xfrm>
            <a:off x="7498079" y="3794760"/>
            <a:ext cx="4114800" cy="12344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使い道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0 の行動を「良い」とみなして、方策に学習させる（RECAP・STEAM）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advantage = 行動の前後で、成功への近さがどれだけ変わったか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4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 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0.52（正例のみで学習、step 1,450、プロンプトなし）。プロンプトありは 0.42、両側タグは 0.36</a:t>
            </a:r>
          </a:p>
          <a:p>
            <a:pPr algn="l" marL="274320" indent="-256032">
              <a:spcAft>
                <a:spcPts val="4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学習コスト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step（バッチ 64）、8.3 時間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。Step4 は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1,450 step、16.5 時間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0.05。1・2 つ目の把持の actor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エポック（約 8 時間）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、2 つ目専用は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エポック（5.4 時間）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6,000 step、約 25 分。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は、約 5 MB と軽量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の最良値。どちらも advantage プロンプトなしの評価（STEAM は、正例のみで学習した step 1,450）。プロンプトありは、RECAP 0.48、STEAM 0.42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3200400"/>
                <a:gridCol w="2743200"/>
                <a:gridCol w="73152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万サンプル（推論のみ）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エポック（更新 約 7.2 万回）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5.4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batch。RL Token の 1 エポック = 3 環境のロールアウトと更新。RECAP の advantage は、merged（175.8 万フレーム）のうち 62.3 万サンプル分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