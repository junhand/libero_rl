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価値モデルの出力: 各ビンの確率（例。実際は 201 個）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-1.00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-0.80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-0.60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-0.40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-0.20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0.00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advantage の札（"Advantage: positive"）を付けた SFT と、advantage 計算の安定化（中断からの再開、デコードエラーの再試行）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での把持の判定・報酬・2 つの局面の扱い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 Critic 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が最悪）。価値モデルは、この値を当てる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ビンの値（−1 = 最悪、0 = 成功）。縦軸: そのビンの確率</a:t>
            </a:r>
          </a:p>
        </p:txBody>
      </p:sp>
      <p:sp>
        <p:nvSpPr>
          <p:cNvPr id="6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画像と指示文を、価値モデルに入れる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7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8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−0.30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