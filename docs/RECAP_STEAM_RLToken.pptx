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demo-init14-base-fail-vs-rlt-success）。RECAP と STEAM は準備中。RECAP と STEAM の評価では、指示文の後に改行して Advantage: positive 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は、ログに名前が残っているものだけを記載。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主に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。RECAP の価値モデルと Step4 は RTX 6000 Ada（48GB）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0.1）。評価では、札あり・札なしの両方を試した（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（最良、プロンプトなし。ベース 0.40）。プロンプトありは 0.48。Step4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step（プロンプトなし）（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0.40）。札付き SFT（プロンプトあり）は 0.42、両側タグは 0.36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を、空振り（何も挟まずに閉じる）への罰 −0.2 つきで学習（1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エポック、5.4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0.68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（最良。VLA のみ 0.46、1 つ目だけ RL 0.62、2 局面 0.66）。2 つ目を VLA に任せると 0.60。actor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の評価では、指示文の後に改行して、札 "Advantage: positive" を付ける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5486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54864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3474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sp>
        <p:nvSpPr>
          <p:cNvPr id="10" name="placeholder RECAP（札: positive）"/>
          <p:cNvSpPr/>
          <p:nvPr/>
        </p:nvSpPr>
        <p:spPr>
          <a:xfrm>
            <a:off x="347472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1" name="result RECAP（札: positive）"/>
          <p:cNvSpPr/>
          <p:nvPr/>
        </p:nvSpPr>
        <p:spPr>
          <a:xfrm>
            <a:off x="347472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札あり 0.48 ／ 札なし 0.50</a:t>
            </a:r>
          </a:p>
        </p:txBody>
      </p:sp>
      <p:sp>
        <p:nvSpPr>
          <p:cNvPr id="13" name="label STEAM（札: positive）"/>
          <p:cNvSpPr/>
          <p:nvPr/>
        </p:nvSpPr>
        <p:spPr>
          <a:xfrm>
            <a:off x="6400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sp>
        <p:nvSpPr>
          <p:cNvPr id="14" name="placeholder STEAM（札: positive）"/>
          <p:cNvSpPr/>
          <p:nvPr/>
        </p:nvSpPr>
        <p:spPr>
          <a:xfrm>
            <a:off x="640080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5" name="result STEAM（札: positive）"/>
          <p:cNvSpPr/>
          <p:nvPr/>
        </p:nvSpPr>
        <p:spPr>
          <a:xfrm>
            <a:off x="640080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札あり 0.42 ／ 札なし 0.52</a:t>
            </a:r>
          </a:p>
        </p:txBody>
      </p:sp>
      <p:sp>
        <p:nvSpPr>
          <p:cNvPr id="17" name="label RL Token（最良）"/>
          <p:cNvSpPr/>
          <p:nvPr/>
        </p:nvSpPr>
        <p:spPr>
          <a:xfrm>
            <a:off x="93268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8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326880" y="2212848"/>
            <a:ext cx="2286000" cy="2286000"/>
          </a:xfrm>
          <a:prstGeom prst="rect">
            <a:avLst/>
          </a:prstGeom>
        </p:spPr>
      </p:pic>
      <p:sp>
        <p:nvSpPr>
          <p:cNvPr id="19" name="result RL Token（最良）"/>
          <p:cNvSpPr/>
          <p:nvPr/>
        </p:nvSpPr>
        <p:spPr>
          <a:xfrm>
            <a:off x="932688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13832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環境の左側を 512 × 512 に拡大。クリックで再生（約 52 秒）。success_once は 50 エピソードの値。札なしは最良値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48840"/>
                <a:gridCol w="2606040"/>
                <a:gridCol w="731520"/>
                <a:gridCol w="2468880"/>
                <a:gridCol w="21945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記録なし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万サンプル分。「記録なし」は、ログに GPU 名がない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