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価値モデルの出力: 各ビンの確率（例。実際は 201 個）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0B66C3"/>
            </a:solidFill>
          </c:spPr>
          <c:cat>
            <c:strRef>
              <c:f>Sheet1!$A$2:$A$22</c:f>
              <c:strCache>
                <c:ptCount val="21"/>
                <c:pt idx="0">
                  <c:v>-1.00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-0.80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-0.60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-0.40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-0.20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0.00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6.808423909362727e-09</c:v>
                </c:pt>
                <c:pt idx="1">
                  <c:v>7.09454062840909e-08</c:v>
                </c:pt>
                <c:pt idx="2">
                  <c:v>6.214463256178822e-07</c:v>
                </c:pt>
                <c:pt idx="3">
                  <c:v>4.575985307847839e-06</c:v>
                </c:pt>
                <c:pt idx="4">
                  <c:v>2.8324827306608757e-05</c:v>
                </c:pt>
                <c:pt idx="5">
                  <c:v>0.00014738441855667697</c:v>
                </c:pt>
                <c:pt idx="6">
                  <c:v>0.0006446700980406772</c:v>
                </c:pt>
                <c:pt idx="7">
                  <c:v>0.002370419074959102</c:v>
                </c:pt>
                <c:pt idx="8">
                  <c:v>0.007326800938643134</c:v>
                </c:pt>
                <c:pt idx="9">
                  <c:v>0.01903729781339387</c:v>
                </c:pt>
                <c:pt idx="10">
                  <c:v>0.041581281319753305</c:v>
                </c:pt>
                <c:pt idx="11">
                  <c:v>0.07634701896864554</c:v>
                </c:pt>
                <c:pt idx="12">
                  <c:v>0.1178387028524943</c:v>
                </c:pt>
                <c:pt idx="13">
                  <c:v>0.15289225093757114</c:v>
                </c:pt>
                <c:pt idx="14">
                  <c:v>0.1667572207346709</c:v>
                </c:pt>
                <c:pt idx="15">
                  <c:v>0.15289225093757114</c:v>
                </c:pt>
                <c:pt idx="16">
                  <c:v>0.1178387028524942</c:v>
                </c:pt>
                <c:pt idx="17">
                  <c:v>0.07634701896864544</c:v>
                </c:pt>
                <c:pt idx="18">
                  <c:v>0.041581281319753305</c:v>
                </c:pt>
                <c:pt idx="19">
                  <c:v>0.01903729781339387</c:v>
                </c:pt>
                <c:pt idx="20">
                  <c:v>0.007326800938643134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数値は説明用の例で、実験の値ではない。ビンの値は、正規化した return の範囲 [−1, 0] を 201 個に等分したもの（実装: v_min = −1、v_max = 0、num_bins = 201）。V は、各ビンの確率の期待値。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札付き学習とデータ処理: π₀.₅ 用の札付き SFT（"Advantage: positive"）を smolVLA 向けに移植（negative は札なし）。advantage 計算の安定化（中断からの再開、デコードエラーの再試行）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での把持の判定・報酬・2 つの局面の扱い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 Critic 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が最悪）。価値モデルは、この値を当てる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価値 V の算出方法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30936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6309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ビンの値（−1 = 最悪、0 = 成功）。縦軸: そのビンの確率</a:t>
            </a:r>
          </a:p>
        </p:txBody>
      </p:sp>
      <p:sp>
        <p:nvSpPr>
          <p:cNvPr id="6" name="step1"/>
          <p:cNvSpPr/>
          <p:nvPr/>
        </p:nvSpPr>
        <p:spPr>
          <a:xfrm>
            <a:off x="7132320" y="1005840"/>
            <a:ext cx="4480560" cy="118872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画像と指示文を、価値モデルに入れる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出力: 201 個のビンの確率（足して 1）</a:t>
            </a:r>
          </a:p>
        </p:txBody>
      </p:sp>
      <p:sp>
        <p:nvSpPr>
          <p:cNvPr id="7" name="step2"/>
          <p:cNvSpPr/>
          <p:nvPr/>
        </p:nvSpPr>
        <p:spPr>
          <a:xfrm>
            <a:off x="7132320" y="2331720"/>
            <a:ext cx="4480560" cy="12801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期待値をとる</a:t>
            </a:r>
          </a:p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 = Σ（ビンの値 × そのビンの確率）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確率の重みつきの平均</a:t>
            </a:r>
          </a:p>
        </p:txBody>
      </p:sp>
      <p:sp>
        <p:nvSpPr>
          <p:cNvPr id="8" name="step3"/>
          <p:cNvSpPr/>
          <p:nvPr/>
        </p:nvSpPr>
        <p:spPr>
          <a:xfrm>
            <a:off x="7132320" y="3749039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V は、「正規化した return の予想」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 に近いほど成功に近い。例: V = −0.30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72600" y="2194560"/>
            <a:ext cx="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372600" y="3611880"/>
            <a:ext cx="0" cy="137159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usage"/>
          <p:cNvSpPr/>
          <p:nvPr/>
        </p:nvSpPr>
        <p:spPr>
          <a:xfrm>
            <a:off x="548640" y="4754880"/>
            <a:ext cx="110642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使い道: 2 つのフレームの V の差から advantage を作る（A = r + V(o_t+10) − V(o_t)）。V が上がれば、その行動は「良い」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 V は、ビンの確率の期待値。「成功まであとどれくらいか」を、1 つの数値で表す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1828800"/>
                <a:gridCol w="1828800"/>
                <a:gridCol w="2011680"/>
                <a:gridCol w="283464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