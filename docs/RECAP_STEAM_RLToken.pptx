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の精度、評価の統計的な信頼性、RL Token の適用範囲。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万フレーム、合計 約 9.8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A5000。2 台で分担）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万フレーム（推論）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時間（2 台で分担）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batch（RL Token の Stage 2 は micro 128）。RL Token の 1 エポック = 3 環境のロールアウトと更新。advantage の計算は、RECAP・STEAM とも、merged（175.8 万フレーム）のうち 62.3 万フレーム分（STEAM は GPU 時間の合計）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評価が 50 エピソードで、標準誤差が大きい（±0.07）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は、Task 0 だけで検証。他のタスクは未検証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は途中段階で、学習量と評価の信頼性が課題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