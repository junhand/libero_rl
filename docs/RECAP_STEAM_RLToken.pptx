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 Critic 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1828800"/>
                <a:gridCol w="1828800"/>
                <a:gridCol w="2011680"/>
                <a:gridCol w="283464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