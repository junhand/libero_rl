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68.0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は評価者（advantage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と評価（Step9）。名称は私たちのパイプラインの番号。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と評価（Step9）。RECAP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と評価（Step9）。RECAP・STEAM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同じ初期状態 14 での比較。ベースと RL Token の動画は wandb: https://wandb.ai/junhand/libero_RL/runs/w3vkksd0（run 名 demo-init14-base-fail-vs-rlt-success）。RECAP と STEAM は準備中。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は、ログに名前が残っているものだけを記載。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次の作業: Step4 の本学習、critic の精度、評価の統計的な信頼性。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05156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smolVLA × LIBERO-10 Task 0 での実験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RLinf / libero_RL プロジェクト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0.68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から「良い」の札を作って方策を学習し、評価者（advantage の作り方）だけが違う。RL Token は、オンライン RL で行動を洗練する。成功で打ち切る収集設計が、価値の信号に重要だった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評価者（critic）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評価者（critic）</a:t>
            </a:r>
          </a:p>
        </p:txBody>
      </p:sp>
      <p:sp>
        <p:nvSpPr>
          <p:cNvPr id="24" name="def 評価者（critic）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 critic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は、評価者（critic）で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は評価者だけが違う。RL Token は、行動を洗練する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評価者は、時間オフセットを当てる critic 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主に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。RECAP の価値モデルと Step4 は RTX 6000 Ada（48GB）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Step9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状況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Step4 は途中段階（2,000 step 前後。計画は 30,000 step）。step 2,000 の評価は 0.44〜0.50（環境数・乱数・プロンプトで変動）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Step9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2.4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step（プロンプトなし）（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Step9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0.40）。札付き SFT（プロンプトあり）は 0.42、両側タグは 0.36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は学習データ上では改善したが、未知のロールアウトでの精度は低い（今後の課題）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Step9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を、空振り（何も挟まずに閉じる）への罰 −0.2 つきで学習（1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エポック、5.4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Step9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0.68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（最良。VLA のみ 0.46、1 つ目だけ RL 0.62、2 局面 0.66）。2 つ目を VLA に任せると 0.60。actor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0.68 に向上した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68.0%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+28.0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の最良値。どちらも advantage プロンプトなしの評価（STEAM は、正例のみで学習した step 1,450）。プロンプトありは、RECAP 0.48、STEAM 0.42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68%）。RECAP・STEAM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566928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548640" y="1554480"/>
            <a:ext cx="2423160" cy="4114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8640" y="2011680"/>
            <a:ext cx="2423160" cy="242316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548640" y="4507992"/>
            <a:ext cx="2423160" cy="7315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266944"/>
            <a:ext cx="24231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"/>
          <p:cNvSpPr/>
          <p:nvPr/>
        </p:nvSpPr>
        <p:spPr>
          <a:xfrm>
            <a:off x="3429000" y="1554480"/>
            <a:ext cx="2423160" cy="4114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placeholder RECAP"/>
          <p:cNvSpPr/>
          <p:nvPr/>
        </p:nvSpPr>
        <p:spPr>
          <a:xfrm>
            <a:off x="3429000" y="2011680"/>
            <a:ext cx="2423160" cy="24231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動画</a:t>
            </a:r>
          </a:p>
          <a:p>
            <a:pPr algn="ctr"/>
            <a:r>
              <a:rPr sz="22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準備中</a:t>
            </a:r>
          </a:p>
        </p:txBody>
      </p:sp>
      <p:sp>
        <p:nvSpPr>
          <p:cNvPr id="11" name="result RECAP"/>
          <p:cNvSpPr/>
          <p:nvPr/>
        </p:nvSpPr>
        <p:spPr>
          <a:xfrm>
            <a:off x="3429000" y="4507992"/>
            <a:ext cx="2423160" cy="7315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準備中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動画は準備中です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5266944"/>
            <a:ext cx="24231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0.50</a:t>
            </a:r>
          </a:p>
        </p:txBody>
      </p:sp>
      <p:sp>
        <p:nvSpPr>
          <p:cNvPr id="13" name="label STEAM"/>
          <p:cNvSpPr/>
          <p:nvPr/>
        </p:nvSpPr>
        <p:spPr>
          <a:xfrm>
            <a:off x="6309359" y="1554480"/>
            <a:ext cx="2423160" cy="4114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4" name="placeholder STEAM"/>
          <p:cNvSpPr/>
          <p:nvPr/>
        </p:nvSpPr>
        <p:spPr>
          <a:xfrm>
            <a:off x="6309359" y="2011680"/>
            <a:ext cx="2423160" cy="24231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動画</a:t>
            </a:r>
          </a:p>
          <a:p>
            <a:pPr algn="ctr"/>
            <a:r>
              <a:rPr sz="22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準備中</a:t>
            </a:r>
          </a:p>
        </p:txBody>
      </p:sp>
      <p:sp>
        <p:nvSpPr>
          <p:cNvPr id="15" name="result STEAM"/>
          <p:cNvSpPr/>
          <p:nvPr/>
        </p:nvSpPr>
        <p:spPr>
          <a:xfrm>
            <a:off x="6309359" y="4507992"/>
            <a:ext cx="2423160" cy="7315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準備中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動画は準備中です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5266944"/>
            <a:ext cx="24231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0.52</a:t>
            </a:r>
          </a:p>
        </p:txBody>
      </p:sp>
      <p:sp>
        <p:nvSpPr>
          <p:cNvPr id="17" name="label RL Token（最良）"/>
          <p:cNvSpPr/>
          <p:nvPr/>
        </p:nvSpPr>
        <p:spPr>
          <a:xfrm>
            <a:off x="9189719" y="1554480"/>
            <a:ext cx="2423160" cy="4114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8" name="video RL Token（最良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9189719" y="2011680"/>
            <a:ext cx="2423160" cy="2423160"/>
          </a:xfrm>
          <a:prstGeom prst="rect">
            <a:avLst/>
          </a:prstGeom>
        </p:spPr>
      </p:pic>
      <p:sp>
        <p:nvSpPr>
          <p:cNvPr id="19" name="result RL Token（最良）"/>
          <p:cNvSpPr/>
          <p:nvPr/>
        </p:nvSpPr>
        <p:spPr>
          <a:xfrm>
            <a:off x="9189719" y="4507992"/>
            <a:ext cx="242316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19" y="5266944"/>
            <a:ext cx="24231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53212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 環境のうち左側を切り出し、512 × 512 に拡大。クリックで再生（約 52 秒、520 ステップ）。success_once は 50 エピソードの値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48840"/>
                <a:gridCol w="2606040"/>
                <a:gridCol w="731520"/>
                <a:gridCol w="2468880"/>
                <a:gridCol w="21945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記録なし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15.5 万フレーム/データセット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2.4 時間/データセット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記録なし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エポック（更新 約 7.2 万回）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5.4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30368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バッチは global batch。RL Token の 1 エポック = 3 環境のロールアウトと更新。RECAP の advantage は、merged（175.8 万フレーム）のうち 62.3 万サンプル分。「記録なし」は、ログに GPU 名がない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25 時間（advantage 計算を除く）、RL Token 約 14 時間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2377440"/>
                <a:gridCol w="2468880"/>
                <a:gridCol w="2560320"/>
                <a:gridCol w="256032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 / 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今回の経験での課題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価値関数（return を予測）。ロールアウト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勾配不要。flow matching VLA に使える。異種データを使える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価値の信号がデータの作り方に依存。SFT が重い（30,000 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時間オフセットの critic のアンサンブル。デモ（自己教師あり）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報酬ラベル不要。保守的なアンサンブルで過大評価を抑える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未知データでの critic の精度が低い。advantage の計算に約 2.5 時間/15.5 万フレーム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オンラインの環境と報酬。小さな actor-critic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軽量（約 5 MB）で、約 5 時間で学習。success_once 0.46 → 0.68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局面の設計（ゲート）が必要。シミュレータ（実機）が必要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は評価者だけが違い、RL Token は行動を直す。目的は補完的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まとめと今後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は評価者が違う（advantage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0.68）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future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を、本学習（30,000 step）まで進める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のアンサンブルを増やし、未知データでの精度を上げる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評価を 100 エピソード以上にして、標準誤差を縮める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を、LIBERO-10 の他のタスクに広げる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0.68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Token（0.68）。RECAP・STEAM は、学習を進めて、同じ条件で再評価する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