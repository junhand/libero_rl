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1 回の成功エピソードでの、価値 V の変化（イメージ）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価値 V（成功に近いほど 0）</c:v>
                </c:pt>
              </c:strCache>
            </c:strRef>
          </c:tx>
          <c:spPr>
            <a:ln w="3810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-0.9</c:v>
                </c:pt>
                <c:pt idx="1">
                  <c:v>-0.8</c:v>
                </c:pt>
                <c:pt idx="2">
                  <c:v>-0.7</c:v>
                </c:pt>
                <c:pt idx="3">
                  <c:v>-0.6</c:v>
                </c:pt>
                <c:pt idx="4">
                  <c:v>-0.65</c:v>
                </c:pt>
                <c:pt idx="5">
                  <c:v>-0.75</c:v>
                </c:pt>
                <c:pt idx="6">
                  <c:v>-0.6</c:v>
                </c:pt>
                <c:pt idx="7">
                  <c:v>-0.4</c:v>
                </c:pt>
                <c:pt idx="8">
                  <c:v>-0.2</c:v>
                </c:pt>
                <c:pt idx="9">
                  <c:v>-0.1</c:v>
                </c:pt>
                <c:pt idx="1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1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25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48.0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手法は『RL をどこに入れるか』が違う、という整理が主題。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数値は説明用の模式図で、実験の値ではない。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0.48（いずれも最良値）。RECAP と STEAM は学習の途中段階で、差は評価の標準誤差（±0.07）の範囲内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が作用する場所が違う（方策の学習目標 / advantage の推定器 / 行動の洗練）。成功で打ち切る収集設計が、価値の信号に重要だった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を入れる場所が違う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価値関数から advantage を作り、「良い行動」の指標を方策に入力して学習する（advantage 条件付き SFT）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advantage の推定器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時間オフセットを自己教師ありで学習した critic のアンサンブルで、フレームごとの advantage を作る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が、VLA の行動チャンクを改善する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は「方策の学習目標」、STEAM は「評価者」、RL Token は「行動の洗練」に RL を入れる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5156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7955279" y="1033271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956815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7955279" y="1938527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86207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7955279" y="2843784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767327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7955279" y="3749039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672583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7955279" y="4654296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は「やってみて、結果の良し悪しから、良い行動を増やす」学習。RECAP・STEAM は advantage を使う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価値と advantage のイメージ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58368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ステップ（時間）。途中の 4→5 で物を落とし、価値が下がっている</a:t>
            </a:r>
          </a:p>
        </p:txBody>
      </p:sp>
      <p:sp>
        <p:nvSpPr>
          <p:cNvPr id="6" name="value"/>
          <p:cNvSpPr/>
          <p:nvPr/>
        </p:nvSpPr>
        <p:spPr>
          <a:xfrm>
            <a:off x="7498079" y="10515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 V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「成功まであとどれくらいか」を数値で予想したもの。0 に近いほど成功に近い</a:t>
            </a:r>
          </a:p>
        </p:txBody>
      </p:sp>
      <p:sp>
        <p:nvSpPr>
          <p:cNvPr id="7" name="advantage"/>
          <p:cNvSpPr/>
          <p:nvPr/>
        </p:nvSpPr>
        <p:spPr>
          <a:xfrm>
            <a:off x="7498079" y="24231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 A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行動の前後で V がどう変わったか。上がれば A &gt; 0（良い行動）、下がれば A &lt; 0（悪い行動）</a:t>
            </a:r>
          </a:p>
        </p:txBody>
      </p:sp>
      <p:sp>
        <p:nvSpPr>
          <p:cNvPr id="8" name="use"/>
          <p:cNvSpPr/>
          <p:nvPr/>
        </p:nvSpPr>
        <p:spPr>
          <a:xfrm>
            <a:off x="7498079" y="37947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0 の行動を「良い」とみなして、方策に学習させる（RECAP・STEAM）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advantage = 行動の前後で、成功への近さがどれだけ変わったか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エピソード。標準誤差は約 ±0.07 なので、0.05 程度の差は有意とは言えない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0.05。約 5 時間（400 エポック）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約 5 MB と、軽量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+8.0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checkpoint（step 2,000 前後）の最良値（advantage プロンプトなしの評価を含む。プロンプトありは、RECAP 0.48、STEAM 0.42）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は誤差の範囲内で、途中段階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2377440"/>
                <a:gridCol w="2011680"/>
                <a:gridCol w="2743200"/>
                <a:gridCol w="274320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価値関数、ロールアウト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の推定器（critic）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デモ（自己教師あり）、critic 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RECAP・STEAM は「良い行動」を学び、RL Token は「行動の直し方」を学ぶ。目的は補完的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手法は、VLA の経験からの改善を、異なる場所で実現する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0.48〜0.50。差は誤差の範囲内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STEAM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0.48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0" name="result RECAP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