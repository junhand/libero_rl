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48.0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 15 枚目の表を参照。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は、価値関数の出力を『改善指標』として方策に条件付けるのが核心。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0.48（いずれも最良値）。RECAP と STEAM は学習の途中段階で、差は評価の標準誤差（±0.07）の範囲内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4572000"/>
                <a:gridCol w="3566160"/>
                <a:gridCol w="14630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著者・所属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ほか（中国科学院自動化研究所、清華大学 ほか）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ほか（Physical Intelligence）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エピソード。標準誤差は約 ±0.07 なので、0.05 程度の差は有意とは言えない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 with Experience and Corrections via Advantage-conditioned Policies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データ収集: ロールアウトを動かし、結果ラベルを付ける（必要なら人の介入も）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価値関数の学習: 全データで、分布型の価値関数 V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advantage 条件付き学習: advantage から作る「改善指標」を方策の入力に入れて学習する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データ収集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データ収集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</a:t>
            </a:r>
          </a:p>
        </p:txBody>
      </p:sp>
      <p:sp>
        <p:nvSpPr>
          <p:cNvPr id="6" name="② 価値関数 V の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の学習</a:t>
            </a:r>
          </a:p>
        </p:txBody>
      </p:sp>
      <p:sp>
        <p:nvSpPr>
          <p:cNvPr id="7" name="③ advantage 条件付き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advantage 条件付き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価値関数で作った「改善指標」を方策に入力することで、最適でないデータから、良い行動を選んで学習する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手法（学習の式）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分布型の価値関数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観測 o と言語 ℓ から、B 個の価値ビンの分布を予測する（交差エントロピー H、R^B はビンに離散化した return）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価値関数から、行動 a_t の良さを求める（N ステップ先まで）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改善指標と方策の学習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タスクごとの閾値 ε_ℓ で 2 値の指標 I を作り、方策に条件付ける（ドロップアウトで、指標なしの方策も同時に学習）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推論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指標を「良い（I = 1）」に固定して行動を生成する。CFG の重み β &gt; 1 で、さらに強調できる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方策は「指標あり」と「指標なし」の両方を表現できるので、改善確率を明示的に推定しなくてよい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3093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自己教師あり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専門家デモのフレームペア (f_i, f_j) の、軌跡長で正規化した時間オフセット (j − i)·L_max / L を、N ビンの分布で予測する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軌跡を逆順にすると、負のオフセット（後退・失敗の疑似データ）も学べる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H ステップ先のフレームとのペアで予測した時間オフセットを、基準と比べてスカラーにする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保守的なアンサンブル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M 個の予測器の最小値 A_STEAM = min_m A(θ_m) で、分布外のロールアウトでの過大評価を抑える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分位点 δ_q で 2 値ラベルを作り、CFGRL の条件に使う</a:t>
            </a:r>
          </a:p>
        </p:txBody>
      </p:sp>
      <p:sp>
        <p:nvSpPr>
          <p:cNvPr id="5" name="flow 0"/>
          <p:cNvSpPr/>
          <p:nvPr/>
        </p:nvSpPr>
        <p:spPr>
          <a:xfrm>
            <a:off x="7498079" y="1005840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フレームペア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(f_i, f_i+H)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006840" y="1572768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1"/>
          <p:cNvSpPr/>
          <p:nvPr/>
        </p:nvSpPr>
        <p:spPr>
          <a:xfrm>
            <a:off x="7498079" y="1755648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予測器 × 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006840" y="2322576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 2"/>
          <p:cNvSpPr/>
          <p:nvPr/>
        </p:nvSpPr>
        <p:spPr>
          <a:xfrm>
            <a:off x="7498079" y="2505456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最小値を取る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A(θ_m)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06840" y="3072384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"/>
          <p:cNvSpPr/>
          <p:nvPr/>
        </p:nvSpPr>
        <p:spPr>
          <a:xfrm>
            <a:off x="7498079" y="3255264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40" y="3822191"/>
            <a:ext cx="0" cy="1828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low 4"/>
          <p:cNvSpPr/>
          <p:nvPr/>
        </p:nvSpPr>
        <p:spPr>
          <a:xfrm>
            <a:off x="7498079" y="4005072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値ラベル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≥ δ_q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06840" y="4572000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5"/>
          <p:cNvSpPr/>
          <p:nvPr/>
        </p:nvSpPr>
        <p:spPr>
          <a:xfrm>
            <a:off x="7498079" y="4754879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CFGRL で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全体のオンライン RL は、高コストで、サンプル効率が悪い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に追加した小さな encoder-decoder transformer が、VLA の埋め込み z_{1:M} を 1 本の読み出しトークン z_rl に圧縮する（再構成損失で学習）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 RL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と RL token を凍結し、軽量な actor π_θ と critic Q_ψ だけを学習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入力は x = (z_rl, 固有受容感覚 s^p)。VLA の行動チャンク ã も actor に入力する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に近づける正則化と、ã のドロップアウトで、コピーを防ぐ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vla"/>
          <p:cNvSpPr/>
          <p:nvPr/>
        </p:nvSpPr>
        <p:spPr>
          <a:xfrm>
            <a:off x="6858000" y="10972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VLA（凍結）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VLM + action expert</a:t>
            </a:r>
          </a:p>
        </p:txBody>
      </p:sp>
      <p:sp>
        <p:nvSpPr>
          <p:cNvPr id="6" name="rltoken"/>
          <p:cNvSpPr/>
          <p:nvPr/>
        </p:nvSpPr>
        <p:spPr>
          <a:xfrm>
            <a:off x="6858000" y="242316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</a:p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z_rl（凍結）</a:t>
            </a:r>
          </a:p>
        </p:txBody>
      </p:sp>
      <p:sp>
        <p:nvSpPr>
          <p:cNvPr id="7" name="actor critic"/>
          <p:cNvSpPr/>
          <p:nvPr/>
        </p:nvSpPr>
        <p:spPr>
          <a:xfrm>
            <a:off x="9509760" y="242316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Q_ψ</a:t>
            </a:r>
          </a:p>
        </p:txBody>
      </p:sp>
      <p:sp>
        <p:nvSpPr>
          <p:cNvPr id="8" name="out"/>
          <p:cNvSpPr/>
          <p:nvPr/>
        </p:nvSpPr>
        <p:spPr>
          <a:xfrm>
            <a:off x="9509760" y="402336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改善した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行動チャンク a_1:C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0" y="192024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69680" y="2834640"/>
            <a:ext cx="64008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61320" y="3246120"/>
            <a:ext cx="0" cy="7772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69680" y="1508760"/>
            <a:ext cx="169164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561320" y="1508760"/>
            <a:ext cx="0" cy="91440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961120" y="1097280"/>
            <a:ext cx="2651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参照行動 ã（VLA の提案）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383280"/>
            <a:ext cx="2560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埋め込み z_{1:M} →
encoder-decoder で圧縮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手法（学習の式）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の埋め込み z と学習可能なトークン e_rl から、読み出し z_rl 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デコーダ d_φ が、z_rl から元の埋め込みを自己回帰的に再構成する（VLA は stop-gradient）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行動チャンク（長さ C）の TD 学習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を最大化しつつ、VLA の提案 ã に近づける（ã はドロップアウトする）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0.05。約 5 時間（400 エポック）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約 5 MB と、軽量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+8.0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checkpoint（step 2,000 前後）の最良値（advantage プロンプトなしの評価を含む。プロンプトありは、RECAP 0.48、STEAM 0.42）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は誤差の範囲内で、途中段階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0.48〜0.50。差は誤差の範囲内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STEAM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0.48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0" name="result RECAP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